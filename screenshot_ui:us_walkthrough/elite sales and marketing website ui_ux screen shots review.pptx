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3cd022b4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3cd022b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3cd022b4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3cd022b4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3cd022b4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3cd022b4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3cd022b4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3cd022b4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cd022b4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3cd022b4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3cd022b4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3cd022b4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3cd022b4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3cd022b4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3cd022b4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3cd022b4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